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12192000"/>
  <p:embeddedFontLst>
    <p:embeddedFont>
      <p:font typeface="Inter" panose="020B0604020202020204" charset="0"/>
      <p:regular r:id="rId7"/>
    </p:embeddedFont>
    <p:embeddedFont>
      <p:font typeface="Inter Bold" panose="020B060402020202020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16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adroomlabs-ai/headro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11569" y="75485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Headroom: Context Optimisation Layer for LLM Applications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11569" y="1215082"/>
            <a:ext cx="1147833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Repository: </a:t>
            </a:r>
            <a:r>
              <a:rPr lang="en-IN" sz="1000" dirty="0" err="1">
                <a:hlinkClick r:id="rId3"/>
              </a:rPr>
              <a:t>headroomlabs</a:t>
            </a:r>
            <a:r>
              <a:rPr lang="en-IN" sz="1000" dirty="0">
                <a:hlinkClick r:id="rId3"/>
              </a:rPr>
              <a:t>-ai/headroom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1568" y="1750665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Headroom?</a:t>
            </a: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511" y="2413625"/>
            <a:ext cx="184245" cy="1842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21" y="2409855"/>
            <a:ext cx="315706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 Compression Layer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60721" y="2668917"/>
            <a:ext cx="315706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Compresses content </a:t>
            </a:r>
            <a:r>
              <a:rPr lang="en-US" sz="10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reaches the model — tool outputs, logs, files, RAG chunks, and conversation history.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631" y="2413625"/>
            <a:ext cx="184245" cy="1842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16841" y="2409855"/>
            <a:ext cx="31571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Multiple Deployment Surfaces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716841" y="2668917"/>
            <a:ext cx="3157161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as </a:t>
            </a:r>
            <a:r>
              <a:rPr lang="en-US" sz="10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Python/TypeScript libraries</a:t>
            </a: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 </a:t>
            </a:r>
            <a:r>
              <a:rPr lang="en-US" sz="10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OpenAI/Anthropic-compatible HTTP proxy</a:t>
            </a: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an </a:t>
            </a:r>
            <a:r>
              <a:rPr lang="en-US" sz="10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MCP server</a:t>
            </a: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9849" y="2413625"/>
            <a:ext cx="184245" cy="1842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73059" y="2409855"/>
            <a:ext cx="31571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Content-Aware &amp; Local-First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373059" y="2668917"/>
            <a:ext cx="315716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Compression is content-type-specific, runs locally, and is reversible via </a:t>
            </a:r>
            <a:r>
              <a:rPr lang="en-US" sz="10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CCR (Compress-Cache-Retrieve)</a:t>
            </a: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61475" y="3987308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Repository-Reported Savings Figures </a:t>
            </a:r>
            <a:r>
              <a:rPr lang="en-US" sz="1400" b="1" i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(documented)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603732" y="4427845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kern="0" spc="-9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60–95%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661475" y="4954498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Data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61475" y="5194310"/>
            <a:ext cx="538446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Repo-reported token reduction for structured JSON payloads.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088010" y="4398970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kern="0" spc="-9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15–20%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6145753" y="4925623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Coding Agents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145753" y="5165435"/>
            <a:ext cx="538446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Repo-reported reduction for coding agent workloads.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56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Design Principles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4659"/>
            <a:ext cx="3531901" cy="1405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354" y="15643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Content-Aware Compression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17354" y="1897223"/>
            <a:ext cx="309634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each content type through a dedicated compressor — not a one-size-fits-all approach.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897" y="1384659"/>
            <a:ext cx="3531901" cy="1405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85776" y="15643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Local-First Operation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585776" y="1897223"/>
            <a:ext cx="309634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Compression runs in-process or via local proxy; no data sent to third-party compression services.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8319" y="1384659"/>
            <a:ext cx="3531901" cy="1405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54198" y="15643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Reversible via CCR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54198" y="1897223"/>
            <a:ext cx="309634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Originals are stored; the headroom_retrieve mechanism allows retrieval of uncompressed content.</a:t>
            </a:r>
            <a:endParaRPr lang="en-US" sz="12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897FE12E-A200-6567-14E3-8D0513932AEF}"/>
              </a:ext>
            </a:extLst>
          </p:cNvPr>
          <p:cNvSpPr/>
          <p:nvPr/>
        </p:nvSpPr>
        <p:spPr>
          <a:xfrm>
            <a:off x="614073" y="3179080"/>
            <a:ext cx="6917153" cy="311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Headroom Works — End-to-End Pipeline</a:t>
            </a:r>
            <a:endParaRPr lang="en-US" sz="2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79B6268-D695-2A48-01F1-291687858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796" y="3774507"/>
            <a:ext cx="5106299" cy="2790365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67AAC7A6-70B1-D7D4-5F08-D2CBFEB23961}"/>
              </a:ext>
            </a:extLst>
          </p:cNvPr>
          <p:cNvSpPr/>
          <p:nvPr/>
        </p:nvSpPr>
        <p:spPr>
          <a:xfrm>
            <a:off x="4329897" y="5091960"/>
            <a:ext cx="1143908" cy="16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kern="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Request</a:t>
            </a:r>
            <a:endParaRPr lang="en-US" sz="12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C67850F-BE37-6FF5-0BF0-422C388C8149}"/>
              </a:ext>
            </a:extLst>
          </p:cNvPr>
          <p:cNvSpPr/>
          <p:nvPr/>
        </p:nvSpPr>
        <p:spPr>
          <a:xfrm>
            <a:off x="7358990" y="5084928"/>
            <a:ext cx="1143908" cy="16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kern="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Headroom Ingest</a:t>
            </a:r>
            <a:endParaRPr lang="en-US" sz="12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25ED58D2-CA12-F2B8-CB60-34589767161F}"/>
              </a:ext>
            </a:extLst>
          </p:cNvPr>
          <p:cNvSpPr/>
          <p:nvPr/>
        </p:nvSpPr>
        <p:spPr>
          <a:xfrm>
            <a:off x="5844758" y="5084928"/>
            <a:ext cx="1143908" cy="16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kern="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ContentRouter</a:t>
            </a:r>
            <a:endParaRPr lang="en-US" sz="12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51FDA64A-512C-C5CE-4D23-6598008F387D}"/>
              </a:ext>
            </a:extLst>
          </p:cNvPr>
          <p:cNvSpPr/>
          <p:nvPr/>
        </p:nvSpPr>
        <p:spPr>
          <a:xfrm>
            <a:off x="661475" y="6314354"/>
            <a:ext cx="6917153" cy="28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is fully sequential: every request passes through ContentRouter, which dispatches to the appropriate compressor(s) before the compressed payload is forwarded to the model.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D86BAF-12EA-3216-D601-BB80B69373CE}"/>
              </a:ext>
            </a:extLst>
          </p:cNvPr>
          <p:cNvSpPr txBox="1"/>
          <p:nvPr/>
        </p:nvSpPr>
        <p:spPr>
          <a:xfrm>
            <a:off x="529390" y="540801"/>
            <a:ext cx="571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Headroom Evaluation — Results &amp; Findings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77DB5C-6763-A813-57B0-B1E68A97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6" y="1695026"/>
            <a:ext cx="7874405" cy="21781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17797C-5B94-697F-87B0-2AB3D77ABD71}"/>
              </a:ext>
            </a:extLst>
          </p:cNvPr>
          <p:cNvSpPr txBox="1"/>
          <p:nvPr/>
        </p:nvSpPr>
        <p:spPr>
          <a:xfrm>
            <a:off x="529390" y="1173705"/>
            <a:ext cx="360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JSON data compression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7C863-D556-0CF8-495B-BDEAC9B0E3D0}"/>
              </a:ext>
            </a:extLst>
          </p:cNvPr>
          <p:cNvSpPr txBox="1"/>
          <p:nvPr/>
        </p:nvSpPr>
        <p:spPr>
          <a:xfrm>
            <a:off x="529390" y="4148291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Log data compression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B598B9-A22D-1CAD-5A1A-1AD27D9A1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06" y="4596737"/>
            <a:ext cx="7790317" cy="197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226</Words>
  <Application>Microsoft Office PowerPoint</Application>
  <PresentationFormat>Widescreen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bharat chandra</cp:lastModifiedBy>
  <cp:revision>5</cp:revision>
  <dcterms:created xsi:type="dcterms:W3CDTF">2026-08-17T14:10:01Z</dcterms:created>
  <dcterms:modified xsi:type="dcterms:W3CDTF">2026-08-17T14:28:35Z</dcterms:modified>
</cp:coreProperties>
</file>